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s/kit/logo_blanc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9052560" y="822960"/>
            <a:ext cx="4023360" cy="4517136"/>
          </a:xfrm>
          <a:prstGeom prst="rect">
            <a:avLst/>
          </a:prstGeom>
        </p:spPr>
      </p:pic>
      <p:pic>
        <p:nvPicPr>
          <p:cNvPr id="3" name="Image 1" descr="assets/photos/kit/logo_bla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475488" cy="5303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70432" y="484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AvisDoc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566928" y="18836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 RH · 2026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566928" y="2249424"/>
            <a:ext cx="8503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Préparer votre journée de dépistage
</a:t>
            </a:r>
            <a:pPr indent="0" marL="0">
              <a:lnSpc>
                <a:spcPts val="4100"/>
              </a:lnSpc>
              <a:buNone/>
            </a:pPr>
            <a:r>
              <a:rPr lang="en-US" sz="3400" i="1" dirty="0">
                <a:solidFill>
                  <a:srgbClr val="29B1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cancer de la peau.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566928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dont vous avez besoin pour organiser et faire connaître la campagne auprès de vos collaborateurs.</a:t>
            </a:r>
            <a:endParaRPr lang="en-US" sz="1400" dirty="0"/>
          </a:p>
        </p:txBody>
      </p:sp>
      <p:sp>
        <p:nvSpPr>
          <p:cNvPr id="8" name="LOGO_CLIENT"/>
          <p:cNvSpPr/>
          <p:nvPr/>
        </p:nvSpPr>
        <p:spPr>
          <a:xfrm>
            <a:off x="566928" y="4709160"/>
            <a:ext cx="3200400" cy="1170432"/>
          </a:xfrm>
          <a:prstGeom prst="roundRect">
            <a:avLst>
              <a:gd name="adj" fmla="val 4688"/>
            </a:avLst>
          </a:prstGeom>
          <a:solidFill>
            <a:srgbClr val="142A33"/>
          </a:solidFill>
          <a:ln w="9525">
            <a:solidFill>
              <a:srgbClr val="3A555F"/>
            </a:solidFill>
            <a:prstDash val="dash"/>
          </a:ln>
        </p:spPr>
      </p:sp>
      <p:sp>
        <p:nvSpPr>
          <p:cNvPr id="9" name="LOGO_CLIENT_TEXTE"/>
          <p:cNvSpPr/>
          <p:nvPr/>
        </p:nvSpPr>
        <p:spPr>
          <a:xfrm>
            <a:off x="566928" y="4709160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 votre entreprise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DÉROULÉ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campagne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quatre étapes.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88336" cy="32918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11680"/>
            <a:ext cx="566928" cy="566928"/>
          </a:xfrm>
          <a:prstGeom prst="ellipse">
            <a:avLst/>
          </a:prstGeom>
          <a:solidFill>
            <a:srgbClr val="0CA6D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761488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cadrage opérationnel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la date et le lieu. Planifier des créneaux de 15 minutes. Prévoir l'impression des formulaires de consentement, environ 35 exemplaires.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38728" y="1737360"/>
            <a:ext cx="2688336" cy="32918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31336" y="2011680"/>
            <a:ext cx="566928" cy="566928"/>
          </a:xfrm>
          <a:prstGeom prst="ellipse">
            <a:avLst/>
          </a:prstGeom>
          <a:solidFill>
            <a:srgbClr val="0CA6DF"/>
          </a:solidFill>
          <a:ln/>
        </p:spPr>
      </p:sp>
      <p:sp>
        <p:nvSpPr>
          <p:cNvPr id="11" name="Text 9"/>
          <p:cNvSpPr/>
          <p:nvPr/>
        </p:nvSpPr>
        <p:spPr>
          <a:xfrm>
            <a:off x="38313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31336" y="2761488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lancement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31336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le mail d'annonce de la journée de dépistage, puis les deux relances à J-14 et J-7.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10528" y="1737360"/>
            <a:ext cx="2688336" cy="32918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03136" y="2011680"/>
            <a:ext cx="566928" cy="566928"/>
          </a:xfrm>
          <a:prstGeom prst="ellipse">
            <a:avLst/>
          </a:prstGeom>
          <a:solidFill>
            <a:srgbClr val="0CA6DF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03136" y="2761488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préparation des collaborateurs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03136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 le kit collaborateur et transmettre aux inscrits la notice d'information et de consentement à un acte de télémédecine.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82328" y="1737360"/>
            <a:ext cx="2688336" cy="32918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4936" y="2011680"/>
            <a:ext cx="566928" cy="566928"/>
          </a:xfrm>
          <a:prstGeom prst="ellipse">
            <a:avLst/>
          </a:prstGeom>
          <a:solidFill>
            <a:srgbClr val="0CA6DF"/>
          </a:solidFill>
          <a:ln/>
        </p:spPr>
      </p:sp>
      <p:sp>
        <p:nvSpPr>
          <p:cNvPr id="21" name="Text 19"/>
          <p:cNvSpPr/>
          <p:nvPr/>
        </p:nvSpPr>
        <p:spPr>
          <a:xfrm>
            <a:off x="97749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74936" y="2761488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journée, puis le bilan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74936" y="34747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Dérouler la campagne, puis recevoir le bilan et les éléments de valorisation transmis par AvisDoc.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230368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EAF6FB"/>
          </a:solidFill>
          <a:ln w="9525">
            <a:solidFill>
              <a:srgbClr val="CB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5230368"/>
            <a:ext cx="1043604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prévoir dès le cadrage :  </a:t>
            </a:r>
            <a:pPr indent="0" marL="0"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créneaux de 15 minutes par collaborateur, et l'impression des formulaires de consentement.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 RH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CE QUE NOUS VOUS FOURNISSONS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Tous les éléments de communication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sont prêts.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73936"/>
            <a:ext cx="2688336" cy="28346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20482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e-mails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77824" y="2596896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mail d'annonce et les deux relances, à J-14 et J-7. Quatre options rédactionnelles pour chacun.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38728" y="1773936"/>
            <a:ext cx="2688336" cy="28346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9624" y="20482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affiches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9624" y="2596896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affiches A2 déjà mises en page. Il ne reste qu'à ajouter votre logo.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10528" y="1773936"/>
            <a:ext cx="2688336" cy="28346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21424" y="20482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banque de visuels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21424" y="2596896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photographies et des accroches à combiner librement pour créer vos propres affiches.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82328" y="1773936"/>
            <a:ext cx="2688336" cy="283464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93224" y="20482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kit collaborateur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793224" y="2596896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destiné aux salariés, conçu pour les préparer à leur rendez-vous.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48463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médicaux, notice d'information et formulaire de consentement, vous sont fournis séparément et ne doivent pas être modifiés.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 RH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PERSONNALISER VOTRE CAMPAGNE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gestes suffisent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créer votre affiche.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362102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20116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77824" y="27432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accroche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3127248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messages clés proposés page suivante.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07992" y="1810512"/>
            <a:ext cx="362102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20116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18888" y="27432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un visuel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18888" y="3127248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banque d'images fournie.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49056" y="1810512"/>
            <a:ext cx="362102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59952" y="20116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759952" y="27432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les deux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59952" y="3127248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ajouter votre logo à l'emplacement prévu.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11057839" cy="1554480"/>
          </a:xfrm>
          <a:prstGeom prst="roundRect">
            <a:avLst>
              <a:gd name="adj" fmla="val 2941"/>
            </a:avLst>
          </a:prstGeom>
          <a:solidFill>
            <a:srgbClr val="EAF6FB"/>
          </a:solidFill>
          <a:ln w="9525">
            <a:solidFill>
              <a:srgbClr val="CB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334256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d'aller plus vite 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4718304"/>
            <a:ext cx="103263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affiches A2 sont déjà mises en page et prêtes à imprimer. Il ne vous reste qu'à ajouter votre logo à l'emplacement prévu, ou à nous le transmettre pour que nous le fassions.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 RH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MESSAGES CLÉS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accroches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prêtes à l'emploi.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374904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10512"/>
            <a:ext cx="3090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dépistage du cancer de la peau vient à vous.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626864" y="1810512"/>
            <a:ext cx="374904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56048" y="1810512"/>
            <a:ext cx="3090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Prenez soin de votre peau.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3182112"/>
            <a:ext cx="374904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3182112"/>
            <a:ext cx="3090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Préserver sa peau, c'est aussi préserver sa santé.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26864" y="3182112"/>
            <a:ext cx="374904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56048" y="3182112"/>
            <a:ext cx="3090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Difficultés à prendre un rendez-vous avec un dermatologue 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0" y="1810512"/>
            <a:ext cx="2926080" cy="2523744"/>
          </a:xfrm>
          <a:prstGeom prst="roundRect">
            <a:avLst>
              <a:gd name="adj" fmla="val 2174"/>
            </a:avLst>
          </a:prstGeom>
          <a:solidFill>
            <a:srgbClr val="142A33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0" y="213969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9B1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85 %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961120" y="3072384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collaborateurs se disent plus engagés lorsque la communication est régulière et claire.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0" y="3968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Culture RH.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46634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Associez librement une accroche et un visuel de la banque d'images. Une même accroche peut servir sur plusieurs supports : affiche, e-mail, écran d'accueil.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 RH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CALENDRIER TYPE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envoyer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quoi.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84708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J-30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47088" y="18470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73168" y="1847088"/>
            <a:ext cx="6851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lieu, créneaux de 15 minutes, volume de formulaires à imprimer.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432304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0545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J-21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847088" y="250545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d'annonce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2505456"/>
            <a:ext cx="6851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de la campagne auprès de l'ensemble des collaborateurs.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090672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1638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J-14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47088" y="31638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relance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3163824"/>
            <a:ext cx="6851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aux collaborateurs non inscrits.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749040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2219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J-7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847088" y="382219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Seconde relance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73168" y="3822192"/>
            <a:ext cx="6851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Derniers jours pour s'inscrire. Diffusion du kit collaborateur.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4074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4805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847088" y="44805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de consentement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73168" y="4480560"/>
            <a:ext cx="6851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aux inscrits de la notice d'information et de consentement.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5065776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1389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J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847088" y="51389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73168" y="5138928"/>
            <a:ext cx="6851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des collaborateurs, formulaires de consentement signés sur place.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5724144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indicatif, à adapter à votre organisation. Les trois e-mails sont fournis en quatre options rédactionnelles chacun.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d'emploi RH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A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s/kit/logo_blanc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692640" y="566928"/>
            <a:ext cx="2606040" cy="2926080"/>
          </a:xfrm>
          <a:prstGeom prst="rect">
            <a:avLst/>
          </a:prstGeom>
        </p:spPr>
      </p:pic>
      <p:pic>
        <p:nvPicPr>
          <p:cNvPr id="3" name="Image 1" descr="assets/photos/kit/logo_bla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86384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6151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AvisDoc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66928" y="314553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dermatologie n'attend pas.</a:t>
            </a:r>
            <a:endParaRPr lang="en-US" sz="3700" dirty="0"/>
          </a:p>
        </p:txBody>
      </p:sp>
      <p:sp>
        <p:nvSpPr>
          <p:cNvPr id="6" name="Text 2"/>
          <p:cNvSpPr/>
          <p:nvPr/>
        </p:nvSpPr>
        <p:spPr>
          <a:xfrm>
            <a:off x="566928" y="4443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D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6692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avisdoc.fr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858768" y="4443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D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85876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contact@avisdoc.fr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150608" y="4443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D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INTERLOCUTEUR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15060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AvisDoc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de communication interne — Journée de dépistage du cancer de la peau</dc:title>
  <dc:subject>PptxGenJS Presentation</dc:subject>
  <dc:creator>AvisDoc</dc:creator>
  <cp:lastModifiedBy>AvisDoc</cp:lastModifiedBy>
  <cp:revision>1</cp:revision>
  <dcterms:created xsi:type="dcterms:W3CDTF">2026-07-23T12:27:12Z</dcterms:created>
  <dcterms:modified xsi:type="dcterms:W3CDTF">2026-07-23T12:27:12Z</dcterms:modified>
</cp:coreProperties>
</file>